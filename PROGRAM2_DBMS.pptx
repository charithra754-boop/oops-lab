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745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4:22:54.4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0 172 24575,'46'0'0,"14"-5"0,-12 4 0,6-5 0,-17 6 0,-14 0 0,-3 0 0,-3 0 0,-1 0 0,5-5 0,-4 4 0,5-4 0,-1 5 0,1-5 0,7 4 0,0-9 0,1 8 0,5-9 0,-5 10 0,6-10 0,-7 10 0,6-10 0,-12 10 0,12-5 0,-12 6 0,6 0 0,-7 0 0,0 0 0,-6 0 0,-1 0 0,-5 0 0,0 0 0,0 0 0,0 0 0,-1 0 0,1 0 0,-1 0 0,1 0 0,0-4 0,0 3 0,0-4 0,0 5 0,5 0 0,2 0 0,5 0 0,0 0 0,6 0 0,-5 0 0,12 0 0,-12 0 0,12 0 0,-12 0 0,6 0 0,-1 0 0,2 0 0,0 0 0,4 0 0,-4 0 0,13 0 0,-5 0 0,5 0 0,-6 0 0,-1 0 0,0 0 0,0 0 0,0 0 0,0 0 0,0 0 0,0 0 0,-6 0 0,4 0 0,-4 0 0,0 0 0,5 0 0,-12 0 0,12 0 0,-12 0 0,12 0 0,-6 0 0,1 0 0,-2 0 0,1 0 0,-6-5 0,5 4 0,-11-4 0,4 5 0,-10 0 0,4-4 0,0 3 0,-3-4 0,8 0 0,-3 4 0,5-4 0,0 0 0,0 4 0,6-10 0,-5 10 0,12-10 0,-12 10 0,6-5 0,-7 1 0,0 4 0,9-4 0,-6 5 0,1 0 0,-11 0 0,-5 0 0,0 0 0,0 0 0,0 0 0,0 0 0,-1 0 0,0 0 0,1 0 0,0 0 0,-1 0 0,1 0 0,-32 18 0,9-8 0,-27 19 0,-8 4 0,20-12 0,-26 10 0,30-20 0,-4 1 0,5-1 0,1 0 0,0-5 0,-6-1 0,4-5 0,-10 0 0,4 0 0,0 0 0,1 0 0,7 0 0,0 0 0,5 0 0,2 0 0,5 0 0,48 0 0,-15 0 0,48 6 0,-25 1 0,6 6 0,17 0 0,-20 0 0,4-6 0,-25-2 0,-11-5 0,-2 0 0,-5 0 0,-5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4:23:07.3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0 108 24575,'32'0'0,"-8"0"0,1 0 0,-13 0 0,8 0 0,-6 0 0,-3 0 0,2 0 0,-3 0 0,11 0 0,-3 0 0,11 0 0,-8 0 0,8 0 0,-6 0 0,5 0 0,-11 0 0,-2 0 0,-5 0 0,0 0 0,0 0 0,0 0 0,-1 0 0,1 0 0,0 0 0,-1 0 0,1 0 0,4 0 0,-3 0 0,3 0 0,-5 0 0,0 0 0,1 0 0,0-10 0,0 8 0,1-8 0,-1 6 0,0 3 0,0-4 0,0 5 0,-1 0 0,1 0 0,-1-4 0,1 3 0,-1-3 0,7-1 0,0 4 0,6-9 0,6 9 0,-4-9 0,10 3 0,-10 1 0,4-5 0,-6 10 0,-5-8 0,-2 8 0,-5-4 0,0 5 0,-1 0 0,1 0 0,-1 0 0,1 0 0,-1 0 0,1 0 0,0 0 0,-1 0 0,1 0 0,0 0 0,0 0 0,0 0 0,-1 0 0,1 0 0,0 0 0,0 0 0,0 0 0,0 0 0,-1 0 0,1 0 0,0 0 0,0 0 0,4 0 0,-7 4 0,1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4:23:11.7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24575,'41'0'0,"-7"0"0,17 0 0,-18 0 0,19 5 0,-15-4 0,-8 5 0,6-6 0,-12 0 0,12 0 0,-12 0 0,6 0 0,-1 0 0,-5 0 0,6 0 0,-7 0 0,-6 0 0,-1 0 0,-5 0 0,0 0 0,0 0 0,0 0 0,-1 0 0,1 0 0,-1 0 0,1 0 0,-1 0 0,1 0 0,0 0 0,0 0 0,6 0 0,-5 0 0,9 0 0,-8 0 0,3 0 0,0 0 0,-4 0 0,5 0 0,-6 0 0,0 0 0,-1 0 0,1 0 0,0 0 0,-1 0 0,1 0 0,0 0 0,0 0 0,0 0 0,5 0 0,-4 0 0,10 0 0,-5 0 0,1 0 0,-2 0 0,-5 0 0,0 0 0,0 0 0,0 0 0,-1 0 0,1 0 0,-1 0 0,0 0 0,1 0 0,-1 0 0,0 0 0,1 0 0,4 0 0,-3 0 0,4 0 0,-5 0 0,-1 0 0,1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4:23:16.6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 24575,'32'0'0,"20"0"0,-24 0 0,22-6 0,-26 5 0,-1-5 0,-3 6 0,-8 0 0,3 0 0,-5 0 0,-1 0 0,1 0 0,-1 0 0,1-4 0,0 3 0,5-4 0,2 5 0,4 0 0,1 0 0,0 0 0,0 0 0,0 0 0,0 0 0,-5 0 0,-2 0 0,0 0 0,-3 0 0,3 0 0,-5 0 0,-1 0 0,0 0 0,1 0 0,0 0 0,0 0 0,5 0 0,1 0 0,6 0 0,0 0 0,0 0 0,0 0 0,0 0 0,-5 0 0,-2 0 0,-5 0 0,0 0 0,0 0 0,-1 0 0,1 0 0,-1 0 0,1 0 0,0 0 0,0 0 0,0 0 0,0 0 0,5 0 0,-4 0 0,4 0 0,-5 0 0,0 0 0,0-4 0,0 3 0,-1-4 0,0 5 0,1 0 0,-1 0 0,1 0 0,-1 0 0,0 0 0,1 0 0,-1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4:23:26.3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0 236 24575,'35'0'0,"4"0"0,-16 0 0,5 0 0,0-5 0,-4 3 0,4-8 0,-6 9 0,0-4 0,0 0 0,-5 4 0,3-4 0,-9 5 0,10-5 0,-4 4 0,-1-4 0,-1 5 0,1 0 0,-5-5 0,10 4 0,-10-3 0,4 4 0,0 0 0,-3-5 0,8 4 0,-8-4 0,8 5 0,-9 0 0,5 0 0,-6-4 0,-1 3 0,1-4 0,0 5 0,0 0 0,0 0 0,0 0 0,0-4 0,-1 3 0,0-3 0,1 4 0,-1 0 0,1 0 0,0 0 0,0 0 0,0 0 0,5 0 0,-3 0 0,3-4 0,-5 2 0,-1-2 0,1 4 0,-1 0 0,0 0 0,1 0 0,-1 0 0,1 0 0,0 0 0,0 0 0,5 0 0,2 0 0,0 0 0,3 0 0,-8 0 0,3 0 0,-5 0 0,0 0 0,0 0 0,-1 0 0,1 0 0,-1 0 0,1 0 0,-1 0 0,0 0 0,0 0 0,1 0 0,-49 0 0,22 0 0,-45 0 0,32 0 0,-6 0 0,-1 0 0,8 0 0,0 0 0,7 0 0,0-5 0,5 4 0,2-4 0,5 0 0,-6 4 0,5-8 0,-5 4 0,1-1 0,-2-3 0,-5 3 0,0-6 0,0 1 0,-6 0 0,4 4 0,-4-3 0,11 9 0,-4-4 0,10 5 0,0-5 0,2 4 0,3-3 0,-8 4 0,4 0 0,-10 0 0,-3 0 0,-1 0 0,-4 0 0,0 0 0,4-5 0,-4 4 0,6-4 0,-1 5 0,7 0 0,-5 0 0,10-5 0,-5 4 0,7-3 0,3 12 0,2 2 0,9 8 0,-4-3 0,3-1 0,1-4 0,-4 0 0,3 0 0,1 0 0,-4 0 0,7-1 0,-7 0 0,3 0 0,-4 1 0,4-1 0,-3 0 0,3 0 0,-4 0 0,0 1 0,0-1 0,-4 1 0,3 0 0,13-5 0,-4-1 0,14-4 0,-12 0 0,0 0 0,9 0 0,-7 0 0,7 0 0,-10 0 0,1 0 0,-1 0 0,0 0 0,1 0 0,0-5 0,0 4 0,0-3 0,-1 4 0,1 0 0,0 0 0,0 0 0,0 0 0,0 0 0,0 0 0,0 0 0,0 0 0,-1 0 0,1 0 0,-1 0 0,1 0 0,0 0 0,0 0 0,0 0 0,5 0 0,2 0 0,0 0 0,3 0 0,-3 0 0,5 0 0,0 0 0,0 0 0,6 0 0,-5 0 0,6-5 0,-13 4 0,5-4 0,-5 5 0,1-5 0,-2 4 0,-5-3 0,0 4 0,0 0 0,-1 0 0,1 0 0,-1 0 0,1 0 0,-1 0 0,1 0 0,0 0 0,0 0 0,0 0 0,0 0 0,0 0 0,0 0 0,0 0 0,0 0 0,0 0 0,-1 0 0,1 0 0,3 0 0,-3 0 0,4 0 0,-5 0 0,0 0 0,1 0 0,-1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04:23:34.5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51 24575,'27'0'0,"1"0"0,9 0 0,-10 0 0,24 0 0,-32 0 0,5 0 0,-9 0 0,-3 0 0,8 0 0,-3 0 0,5 0 0,-6 0 0,5 0 0,-4 0 0,-1 0 0,5 0 0,-10 0 0,4 0 0,-5 0 0,0 0 0,0 0 0,-1 0 0,1 0 0,-1 0 0,1 0 0,0 0 0,5 0 0,2 0 0,0 0 0,3 0 0,-9 0 0,5 0 0,-6 0 0,0-5 0,-1 4 0,1-3 0,0 4 0,-1 0 0,1 0 0,0 0 0,0 0 0,-1 0 0,1 0 0,0 0 0,0 0 0,0 0 0,0 0 0,0 0 0,0 0 0,5 0 0,-4 0 0,5 0 0,-6 0 0,0 0 0,-1 0 0,1 0 0,0 0 0,0 0 0,0 0 0,0-5 0,0 4 0,0-3 0,0-1 0,0 4 0,0-3 0,0 4 0,0 0 0,-1 0 0,1 0 0,-1 0 0,1 0 0,-1 0 0,0-5 0,5 4 0,-3-3 0,4 4 0,-5 0 0,0-5 0,-1 4 0,1-3 0,0 4 0,0 0 0,0 0 0,-1 0 0,1 0 0,0 0 0,5 0 0,1 0 0,6 0 0,-5 0 0,4 0 0,-5 0 0,1 0 0,-2 0 0,-5 0 0,0 0 0,-5 12 0,0-5 0,-5 10 0,0-8 0,0 0 0,0 0 0,0 0 0,0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7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77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4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71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0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5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6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6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7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3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75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73C12DF-FAFB-F942-8493-C62804A3A8D1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0F560-461A-DC4C-A088-2887CD298A67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497487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7DCA-CFE2-EE92-16DE-18FD8B8B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563" y="1496292"/>
            <a:ext cx="5070763" cy="983672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Collage Database</a:t>
            </a:r>
          </a:p>
        </p:txBody>
      </p:sp>
    </p:spTree>
    <p:extLst>
      <p:ext uri="{BB962C8B-B14F-4D97-AF65-F5344CB8AC3E}">
        <p14:creationId xmlns:p14="http://schemas.microsoft.com/office/powerpoint/2010/main" val="1518303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2AA1DF-5EB9-C98D-E374-7F39AA7A5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815" y="997527"/>
            <a:ext cx="9558167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4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1DC7-2E0D-86AD-B16C-307AC0BD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5A2BCA-8814-46E0-6E1B-59EAA1DAE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692150"/>
            <a:ext cx="7366000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60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C44D9-BCC0-A428-3166-C97AFC77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C23B8D-68DC-BB5E-B6A0-C7628838A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03936"/>
            <a:ext cx="7772400" cy="445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2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FF3E-6DC7-0EEC-2426-094F95A4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B6CD60-907B-CEDF-7B1D-2DAB00B1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692150"/>
            <a:ext cx="7213600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5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AC234-A644-7846-3740-427DC442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5AAB1C-B021-DA05-7A3E-ABBFFE64F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1130300"/>
            <a:ext cx="75311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9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18D28A-BABD-2E8E-87D6-E9F441EEB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283" y="0"/>
            <a:ext cx="6615434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51DDBF-7F69-9F45-0164-28B738A1CB2B}"/>
                  </a:ext>
                </a:extLst>
              </p14:cNvPr>
              <p14:cNvContentPartPr/>
              <p14:nvPr/>
            </p14:nvContentPartPr>
            <p14:xfrm>
              <a:off x="3230967" y="2569200"/>
              <a:ext cx="1022040" cy="9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51DDBF-7F69-9F45-0164-28B738A1CB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7967" y="2506200"/>
                <a:ext cx="11476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A01AE4-6DF9-B381-4495-5B1A8CDC86B9}"/>
                  </a:ext>
                </a:extLst>
              </p14:cNvPr>
              <p14:cNvContentPartPr/>
              <p14:nvPr/>
            </p14:nvContentPartPr>
            <p14:xfrm>
              <a:off x="5898567" y="5574120"/>
              <a:ext cx="412200" cy="39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A01AE4-6DF9-B381-4495-5B1A8CDC86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5567" y="5511120"/>
                <a:ext cx="5378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39DFF2-D6E1-B12D-BBD8-239FFBE7B345}"/>
                  </a:ext>
                </a:extLst>
              </p14:cNvPr>
              <p14:cNvContentPartPr/>
              <p14:nvPr/>
            </p14:nvContentPartPr>
            <p14:xfrm>
              <a:off x="5892087" y="5943120"/>
              <a:ext cx="423360" cy="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39DFF2-D6E1-B12D-BBD8-239FFBE7B3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29087" y="5880480"/>
                <a:ext cx="5490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046A66-647C-4580-2938-E83CFC5962ED}"/>
                  </a:ext>
                </a:extLst>
              </p14:cNvPr>
              <p14:cNvContentPartPr/>
              <p14:nvPr/>
            </p14:nvContentPartPr>
            <p14:xfrm>
              <a:off x="5894607" y="6270360"/>
              <a:ext cx="383040" cy="11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046A66-647C-4580-2938-E83CFC5962E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31607" y="6207360"/>
                <a:ext cx="5086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C73CCD-8199-2E1B-BFFB-1195A94C7CBA}"/>
                  </a:ext>
                </a:extLst>
              </p14:cNvPr>
              <p14:cNvContentPartPr/>
              <p14:nvPr/>
            </p14:nvContentPartPr>
            <p14:xfrm>
              <a:off x="5804607" y="6561600"/>
              <a:ext cx="382680" cy="85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C73CCD-8199-2E1B-BFFB-1195A94C7C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41607" y="6498960"/>
                <a:ext cx="5083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E81CAF2-311C-993A-3D58-641FE14C9DAA}"/>
                  </a:ext>
                </a:extLst>
              </p14:cNvPr>
              <p14:cNvContentPartPr/>
              <p14:nvPr/>
            </p14:nvContentPartPr>
            <p14:xfrm>
              <a:off x="8218407" y="4987320"/>
              <a:ext cx="472320" cy="29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E81CAF2-311C-993A-3D58-641FE14C9D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55407" y="4924680"/>
                <a:ext cx="597960" cy="1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263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4ECD8E-1B97-00DD-5525-348B3566A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710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30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98D2-A85E-9F3B-B6CB-48552FE9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07A724-988A-0A92-94B9-269153EB1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545" y="0"/>
            <a:ext cx="10058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44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193</TotalTime>
  <Words>2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MS Shell Dlg 2</vt:lpstr>
      <vt:lpstr>Times New Roman</vt:lpstr>
      <vt:lpstr>Wingdings</vt:lpstr>
      <vt:lpstr>Wingdings 3</vt:lpstr>
      <vt:lpstr>Madison</vt:lpstr>
      <vt:lpstr>Collage Database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Collage Database</dc:title>
  <dc:creator>Ullas Lakkur Raghavendra</dc:creator>
  <cp:lastModifiedBy>ADMIN</cp:lastModifiedBy>
  <cp:revision>7</cp:revision>
  <dcterms:created xsi:type="dcterms:W3CDTF">2024-11-14T00:54:54Z</dcterms:created>
  <dcterms:modified xsi:type="dcterms:W3CDTF">2025-09-18T04:34:11Z</dcterms:modified>
</cp:coreProperties>
</file>