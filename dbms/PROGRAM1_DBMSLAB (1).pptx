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74"/>
    <p:restoredTop sz="94726"/>
  </p:normalViewPr>
  <p:slideViewPr>
    <p:cSldViewPr snapToGrid="0">
      <p:cViewPr varScale="1">
        <p:scale>
          <a:sx n="93" d="100"/>
          <a:sy n="93" d="100"/>
        </p:scale>
        <p:origin x="216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951B5-FA47-2046-8DCA-ADB7A546B5E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3F38375D-E7C4-9843-B3F9-A271E181E24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629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951B5-FA47-2046-8DCA-ADB7A546B5E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8375D-E7C4-9843-B3F9-A271E181E24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848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951B5-FA47-2046-8DCA-ADB7A546B5E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8375D-E7C4-9843-B3F9-A271E181E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440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951B5-FA47-2046-8DCA-ADB7A546B5E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8375D-E7C4-9843-B3F9-A271E181E24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957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951B5-FA47-2046-8DCA-ADB7A546B5E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8375D-E7C4-9843-B3F9-A271E181E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5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951B5-FA47-2046-8DCA-ADB7A546B5E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8375D-E7C4-9843-B3F9-A271E181E24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24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951B5-FA47-2046-8DCA-ADB7A546B5E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8375D-E7C4-9843-B3F9-A271E181E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28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951B5-FA47-2046-8DCA-ADB7A546B5E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8375D-E7C4-9843-B3F9-A271E181E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6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951B5-FA47-2046-8DCA-ADB7A546B5E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8375D-E7C4-9843-B3F9-A271E181E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29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951B5-FA47-2046-8DCA-ADB7A546B5E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8375D-E7C4-9843-B3F9-A271E181E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322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951B5-FA47-2046-8DCA-ADB7A546B5E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8375D-E7C4-9843-B3F9-A271E181E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01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7BF951B5-FA47-2046-8DCA-ADB7A546B5ED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8375D-E7C4-9843-B3F9-A271E181E24A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524965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A2B9B-4C77-2A07-1E26-0E674FEEC3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Library Database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83677-AA78-135C-6C84-ECCF5D3625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21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1D7C71-32B6-5B0C-5EB9-66EC6F61E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345" y="886692"/>
            <a:ext cx="9351819" cy="554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986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C606C1-EC6C-9F37-7F88-DCDE250BD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491" y="554182"/>
            <a:ext cx="9653155" cy="24297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FEACD7-4271-06C6-E588-8BFFB09B1841}"/>
              </a:ext>
            </a:extLst>
          </p:cNvPr>
          <p:cNvSpPr txBox="1"/>
          <p:nvPr/>
        </p:nvSpPr>
        <p:spPr>
          <a:xfrm>
            <a:off x="1565910" y="3840480"/>
            <a:ext cx="261706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Order of table creation 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BOOK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BOOK_AUTHORS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PUBLISHER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BOOK_COPIES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LIBRARY_BRANCH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BOOK_LENDING</a:t>
            </a:r>
          </a:p>
        </p:txBody>
      </p:sp>
    </p:spTree>
    <p:extLst>
      <p:ext uri="{BB962C8B-B14F-4D97-AF65-F5344CB8AC3E}">
        <p14:creationId xmlns:p14="http://schemas.microsoft.com/office/powerpoint/2010/main" val="3055845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0BB2EB-C679-33CB-93FA-3890F6C7D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491" y="970861"/>
            <a:ext cx="8790709" cy="558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94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809281-C46E-F77B-35B0-0370FA23F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530" y="568037"/>
            <a:ext cx="8958961" cy="507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98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5E44-3C35-87A3-90E2-09F598EBD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EB3FA0-004E-E2BB-25E2-385750074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145" y="830325"/>
            <a:ext cx="8472055" cy="519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410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07024-B6AA-FA25-866E-BD38527C4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06BB3E-5CEC-AE6B-E50E-C219263C5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164" y="651164"/>
            <a:ext cx="9310254" cy="493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27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B975-641A-EE4C-D77E-08EC82F72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4D0396-6D49-01AE-7974-941CB5E42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35" y="498764"/>
            <a:ext cx="9809019" cy="569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45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CF076-AEAF-5A40-D2A3-1A0CBEBCD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B650C3-F78C-2046-EF8C-F2F7EECA6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782" y="914400"/>
            <a:ext cx="9864436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266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86233-2745-1EB0-CF20-AAA5765A9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91369C-2A04-183F-2499-3F3EEE1C9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092" y="192230"/>
            <a:ext cx="8146472" cy="62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499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37102C-D7E3-C080-5AD2-1F038811E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145" y="665018"/>
            <a:ext cx="8472055" cy="508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420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0E0FA8-7336-A33A-9FF4-21AE7835C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55" y="720436"/>
            <a:ext cx="8596745" cy="527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857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D8B18-A3D3-225C-9C30-3F39C9656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BECE2A-EC34-478E-8295-8D1913BB2CC0}"/>
              </a:ext>
            </a:extLst>
          </p:cNvPr>
          <p:cNvSpPr txBox="1"/>
          <p:nvPr/>
        </p:nvSpPr>
        <p:spPr>
          <a:xfrm>
            <a:off x="1565910" y="365760"/>
            <a:ext cx="4958600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INSERT INTO PUBLISHER (Name, Address, Phone) VALUES </a:t>
            </a:r>
          </a:p>
          <a:p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('HarperCollins', '195 Broadway, New York', '212-207-7000’), </a:t>
            </a:r>
          </a:p>
          <a:p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('Secker &amp; Warburg', '20 Vauxhall Bridge Road, London', '020-7762-2300’), </a:t>
            </a:r>
          </a:p>
          <a:p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('T. Egerton', 'Whitcomb Street, London', '020-7872-8500’), </a:t>
            </a:r>
          </a:p>
          <a:p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('Charles Scribner’s Sons', '597 Fifth Avenue, New York', '212-555-2100’),</a:t>
            </a:r>
          </a:p>
          <a:p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('Harper &amp; Brothers', '195 Broadway, New York', '212-207-7700’), </a:t>
            </a:r>
          </a:p>
          <a:p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('Little, Brown and Company', 'Harvard Street, Boston', </a:t>
            </a:r>
            <a:r>
              <a:rPr lang="en-US" sz="18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'617-536-4427’);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INSERT INTO BOOK_LENDING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Book_id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Branch_id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Card_No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Date_Out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Due_Date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VALUES </a:t>
            </a:r>
          </a:p>
          <a:p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(1, 1, 101, '2017-01-10', '2017-01-24'),  </a:t>
            </a:r>
          </a:p>
          <a:p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(2, 2, 101, '2017-02-01', '2017-02-15'),  </a:t>
            </a:r>
          </a:p>
          <a:p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(3, 1, 101, '2017-03-05', '2017-03-19'),  </a:t>
            </a:r>
          </a:p>
          <a:p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(4, 3, 101, '2017-05-10', '2017-05-24’), </a:t>
            </a:r>
          </a:p>
          <a:p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(5, 2, 102, '2017-01-15', '2017-01-29’), </a:t>
            </a:r>
          </a:p>
          <a:p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(6, 1, 102, '2017-02-10', '2017-02-24’), </a:t>
            </a:r>
          </a:p>
          <a:p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(1, 2, 102, '2017-03-01', '2017-03-15'),  </a:t>
            </a:r>
          </a:p>
          <a:p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(3, 3, 102, '2017-04-10', '2017-04-24'),  </a:t>
            </a:r>
          </a:p>
          <a:p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(2, 1, 102, '2017-06-01', '2017-06-15’), </a:t>
            </a:r>
          </a:p>
          <a:p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(4, 1, 103, '2017-01-20', '2017-02-03'),  </a:t>
            </a:r>
          </a:p>
          <a:p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(5, 2, 103, '2017-03-01', '2017-03-15');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482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1225</TotalTime>
  <Words>259</Words>
  <Application>Microsoft Macintosh PowerPoint</Application>
  <PresentationFormat>Widescreen</PresentationFormat>
  <Paragraphs>30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MS Shell Dlg 2</vt:lpstr>
      <vt:lpstr>Times New Roman</vt:lpstr>
      <vt:lpstr>Wingdings</vt:lpstr>
      <vt:lpstr>Wingdings 3</vt:lpstr>
      <vt:lpstr>Madison</vt:lpstr>
      <vt:lpstr>Library Database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Ullas Lakkur Raghavendra</dc:creator>
  <cp:lastModifiedBy>Ullas Lakkur Raghavendra</cp:lastModifiedBy>
  <cp:revision>3</cp:revision>
  <dcterms:created xsi:type="dcterms:W3CDTF">2024-11-07T04:48:23Z</dcterms:created>
  <dcterms:modified xsi:type="dcterms:W3CDTF">2025-09-18T03:46:31Z</dcterms:modified>
</cp:coreProperties>
</file>