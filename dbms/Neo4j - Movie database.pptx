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726"/>
  </p:normalViewPr>
  <p:slideViewPr>
    <p:cSldViewPr snapToGrid="0">
      <p:cViewPr varScale="1">
        <p:scale>
          <a:sx n="93" d="100"/>
          <a:sy n="93" d="100"/>
        </p:scale>
        <p:origin x="21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1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86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5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07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79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9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99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7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86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9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A82F4EC-9E1F-294B-B1C1-61BC19438D7F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807D2-F4C5-6045-91B6-755A0042F86C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0085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F9A761-CFD5-FADF-D5BD-D082A507E7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 :Movie Database  </a:t>
            </a:r>
          </a:p>
        </p:txBody>
      </p:sp>
    </p:spTree>
    <p:extLst>
      <p:ext uri="{BB962C8B-B14F-4D97-AF65-F5344CB8AC3E}">
        <p14:creationId xmlns:p14="http://schemas.microsoft.com/office/powerpoint/2010/main" val="156769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53128-FA4A-7D48-9FC1-BEE6F03D2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243" y="326017"/>
            <a:ext cx="6554353" cy="62102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7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F06E0-8A94-F7C9-C124-89F508DC0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4E9FE2-0F91-5574-3EB0-1043A263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989" y="326017"/>
            <a:ext cx="6288861" cy="6210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3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AD18D-5898-C07B-57A6-1E175C2A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752AA8-C8AA-FC06-FE96-296DE7AB2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24"/>
          <a:stretch/>
        </p:blipFill>
        <p:spPr>
          <a:xfrm>
            <a:off x="1006713" y="10"/>
            <a:ext cx="103790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9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31B4C-F0FE-1B19-EF86-D4355122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B18EE3-6D5A-9562-103B-BB2853D5F1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3" b="-1"/>
          <a:stretch/>
        </p:blipFill>
        <p:spPr>
          <a:xfrm>
            <a:off x="1006713" y="10"/>
            <a:ext cx="103790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5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D5E7C-5751-0848-0567-5158C6FE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DA1F014-E8EC-70A9-B10D-40C50EBB0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73" y="522439"/>
            <a:ext cx="9615054" cy="2906561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C60C8769-B961-1AB2-869F-203549B7B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36" y="3964238"/>
            <a:ext cx="9725891" cy="2893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A0D0BA-690C-EA72-CC0B-B51066AB1F45}"/>
              </a:ext>
            </a:extLst>
          </p:cNvPr>
          <p:cNvSpPr txBox="1"/>
          <p:nvPr/>
        </p:nvSpPr>
        <p:spPr>
          <a:xfrm>
            <a:off x="1413164" y="2286000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16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C42F6-54F2-0A3F-9E2A-1EF9FC83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4B8115A3-A250-DA97-8654-915716D40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18" y="371144"/>
            <a:ext cx="10044546" cy="256602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583840D-C006-BA94-42A5-694ABD221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18" y="3429000"/>
            <a:ext cx="9892146" cy="270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088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8</TotalTime>
  <Words>4</Words>
  <Application>Microsoft Macintosh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MS Shell Dlg 2</vt:lpstr>
      <vt:lpstr>Times New Roman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Ullas Lakkur Raghavendra</dc:creator>
  <cp:lastModifiedBy>Ullas Lakkur Raghavendra</cp:lastModifiedBy>
  <cp:revision>1</cp:revision>
  <dcterms:created xsi:type="dcterms:W3CDTF">2025-01-02T00:39:09Z</dcterms:created>
  <dcterms:modified xsi:type="dcterms:W3CDTF">2025-01-02T00:47:22Z</dcterms:modified>
</cp:coreProperties>
</file>