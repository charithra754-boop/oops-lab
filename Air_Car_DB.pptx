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/>
    <p:restoredTop sz="94672"/>
  </p:normalViewPr>
  <p:slideViewPr>
    <p:cSldViewPr snapToGrid="0">
      <p:cViewPr varScale="1">
        <p:scale>
          <a:sx n="93" d="100"/>
          <a:sy n="93" d="100"/>
        </p:scale>
        <p:origin x="216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259C90-E229-B844-BC85-08FE7AB38495}" type="datetimeFigureOut">
              <a:rPr lang="en-US" smtClean="0"/>
              <a:t>11/6/25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EEB0AF-31C8-684A-99A1-8698917C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15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EB0AF-31C8-684A-99A1-8698917C2F8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47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11/6/25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11/6/25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11/6/25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11/6/25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11/6/25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11/6/25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11/6/25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11/6/25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11/6/25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11/6/25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11/6/25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11/6/25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9102651-0D51-103D-C803-1986E48247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Airline database</a:t>
            </a:r>
          </a:p>
        </p:txBody>
      </p:sp>
    </p:spTree>
    <p:extLst>
      <p:ext uri="{BB962C8B-B14F-4D97-AF65-F5344CB8AC3E}">
        <p14:creationId xmlns:p14="http://schemas.microsoft.com/office/powerpoint/2010/main" val="463389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1A1AB5C-E30E-4B12-A632-77BEB60972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821286B-728B-4EAC-9238-E6CE2A555C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5803ED7-CEEC-44B9-9585-8B93372E8F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815" y="484632"/>
            <a:ext cx="11232371" cy="5888736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500C1C-7819-3C47-4C56-F70B3DF772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467" y="743628"/>
            <a:ext cx="10905066" cy="5370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120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1A1AB5C-E30E-4B12-A632-77BEB60972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21286B-728B-4EAC-9238-E6CE2A555C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5803ED7-CEEC-44B9-9585-8B93372E8F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815" y="484632"/>
            <a:ext cx="11232371" cy="5888736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F29422-F068-39D2-2898-DB029B674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6213" y="643467"/>
            <a:ext cx="7119574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5302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6D53DE-4CB3-AE3F-4FB6-275A95E51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21A1AB5C-E30E-4B12-A632-77BEB60972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21286B-728B-4EAC-9238-E6CE2A555C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5803ED7-CEEC-44B9-9585-8B93372E8F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815" y="484632"/>
            <a:ext cx="11232371" cy="5888736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A28F2A-FEAD-043C-FEBC-A2E92B95B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628" y="643467"/>
            <a:ext cx="8192744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1515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91D9D9-40B8-B904-E9F9-9D500E8CE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21A1AB5C-E30E-4B12-A632-77BEB60972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21286B-728B-4EAC-9238-E6CE2A555C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5803ED7-CEEC-44B9-9585-8B93372E8F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815" y="484632"/>
            <a:ext cx="11232371" cy="5888736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5BEAB6-A3E0-FD04-9116-A34144739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9283" y="643467"/>
            <a:ext cx="8253433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1917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1965A-E6DC-40D6-2921-253F5B91E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C68DC0-3B50-8574-0046-FB504136F9DC}"/>
              </a:ext>
            </a:extLst>
          </p:cNvPr>
          <p:cNvSpPr txBox="1"/>
          <p:nvPr/>
        </p:nvSpPr>
        <p:spPr>
          <a:xfrm>
            <a:off x="4364182" y="2230582"/>
            <a:ext cx="66481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CAR OWNERSHIP DATABASE</a:t>
            </a:r>
          </a:p>
        </p:txBody>
      </p:sp>
    </p:spTree>
    <p:extLst>
      <p:ext uri="{BB962C8B-B14F-4D97-AF65-F5344CB8AC3E}">
        <p14:creationId xmlns:p14="http://schemas.microsoft.com/office/powerpoint/2010/main" val="3905502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1B136A-2CAC-F8E5-451B-0BA0ADF36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1E1850B-81EE-4905-9A6F-BDF593EC7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B9D446-CE60-0561-F8EE-D5BA5D03F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7808" y="326017"/>
            <a:ext cx="7221223" cy="62102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A250539-5364-4CFC-82C6-D791BC0C8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061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75BBC3-1BE8-2A17-C403-294567D19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A926BDB-98EF-43B0-A66B-1A6EF8FB2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22A754-56A5-43DA-ADE3-C2704FABA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" y="0"/>
            <a:ext cx="12189867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A7F9905-15E7-7581-5E45-2CBF2C71F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920835"/>
            <a:ext cx="10905066" cy="501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816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47613-4344-69A5-8673-21679AF97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6942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11</TotalTime>
  <Words>6</Words>
  <Application>Microsoft Macintosh PowerPoint</Application>
  <PresentationFormat>Widescreen</PresentationFormat>
  <Paragraphs>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MS Shell Dlg 2</vt:lpstr>
      <vt:lpstr>Wingdings</vt:lpstr>
      <vt:lpstr>Wingdings 3</vt:lpstr>
      <vt:lpstr>Madison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Ullas Lakkur Raghavendra</dc:creator>
  <cp:lastModifiedBy>Ullas Lakkur Raghavendra</cp:lastModifiedBy>
  <cp:revision>1</cp:revision>
  <dcterms:created xsi:type="dcterms:W3CDTF">2025-11-06T08:31:12Z</dcterms:created>
  <dcterms:modified xsi:type="dcterms:W3CDTF">2025-11-06T08:42:32Z</dcterms:modified>
</cp:coreProperties>
</file>